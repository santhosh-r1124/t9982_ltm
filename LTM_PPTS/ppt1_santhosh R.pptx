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Gelasio" panose="020B0604020202020204" charset="0"/>
      <p:regular r:id="rId8"/>
    </p:embeddedFont>
    <p:embeddedFont>
      <p:font typeface="Gelasio SemiBold" panose="020B0604020202020204" charset="0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10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10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32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CAPSTONE PROJECT PORTFOLIO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59520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AI Systems for Corporate Legal — Compliance &amp; Employee Wellbeing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787948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Two production-focused GenAI MVPs built end-to-end under the LTIMindtree capstone collaboration: - LA BOT — a retrieval‑augmented legal advisory and template‑safe document generator - Corporate Employee Wellness Bot — privacy‑first, behavior‑driven wellbeing risk detection 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07830"/>
            <a:ext cx="1541622" cy="15416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9331" y="3907830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 BOT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439331" y="4316512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Legal Advisor Bot: cited Q&amp;A, clause-safe DOCX drafting, audit trail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3907830"/>
            <a:ext cx="1541722" cy="1541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91870" y="3907830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Wellness Bot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991870" y="4316512"/>
            <a:ext cx="35383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Aggregate‑first wellbeing detection using passive behavioral signals and explainable risk scoring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61475" y="56622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Santhosh Rajinikanth (T-9982)— M.Tech (AI &amp; ML), VIT Chennai | Industry collaboration: LTIMindtree, Chennai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D2433D-E6EA-ADFA-6EC6-0971024ED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8197" y="6485152"/>
            <a:ext cx="1347136" cy="3024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79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 BOT — Legal Advisor Bot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59892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retrieval‑augmented Q&amp;A and document generation system focused on Indian corporate IT compliance. Designed to reduce legal team overload, speed decisions, and ensure traceable, auditable outputs. 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988939"/>
            <a:ext cx="3531901" cy="1842790"/>
          </a:xfrm>
          <a:prstGeom prst="roundRect">
            <a:avLst>
              <a:gd name="adj" fmla="val 130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106" y="21495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Problems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106" y="2482453"/>
            <a:ext cx="321063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Rapid regulatory change (IT Act, DPDPA, RBI/SEBI circulars) outpaces in‑house capacity; off‑the‑shelf LLMs hallucinate citations.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9897" y="1988939"/>
            <a:ext cx="3531901" cy="1842790"/>
          </a:xfrm>
          <a:prstGeom prst="roundRect">
            <a:avLst>
              <a:gd name="adj" fmla="val 130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90528" y="21495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Core Objectives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90528" y="2482453"/>
            <a:ext cx="321063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Ground answers in retrieved law with inline citations; refuse when insufficient basis; generate template‑locked documents with audit logging.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8319" y="1988939"/>
            <a:ext cx="3531901" cy="1842790"/>
          </a:xfrm>
          <a:prstGeom prst="roundRect">
            <a:avLst>
              <a:gd name="adj" fmla="val 130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58951" y="21495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Safety &amp; Governance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58951" y="2482453"/>
            <a:ext cx="321063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Configurable confidence threshold (default 0.55) enforces explicit "insufficient legal basis" fallback and persistent "PENDING HUMAN LEGAL REVIEW" watermark on drafts.</a:t>
            </a:r>
            <a:endParaRPr lang="en-US" sz="12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38" y="4138910"/>
            <a:ext cx="3495389" cy="19807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72045" y="4432796"/>
            <a:ext cx="636442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Design highlights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172045" y="4820345"/>
            <a:ext cx="6364426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Hybrid retrieval: dense (Chroma) + sparse (BM25) with RRF merging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Context‑only answers from Claude with inline act/section citations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Template‑safe drafting: python-docx over vetted NDA/SLA/DPA templates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Audit trail: template/version/params + review gate for every draft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F35B41-A488-6A8C-9DDA-C603D6F29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197" y="6485152"/>
            <a:ext cx="1347136" cy="3024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078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 BOT — Tech Stack, Data Sources &amp; Outcomes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2046188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Technical Architecture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433737"/>
            <a:ext cx="2952478" cy="3091359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Backend: Python 3.11, FastAPI, Pydantic v2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Retrieval: ChromaDB (dense) + rank_bm25, RRF merge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Embeddings: all-MiniLM-L6-v2 (local)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LLM: Gemini </a:t>
            </a:r>
            <a:r>
              <a:rPr lang="en-US" sz="125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 Flash dependency 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isolated to answer-stage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Frontend: React + Tailwind (chat UI &amp; doc-gen form)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Guardrails: scope checker, PII redactor, rate limiting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12207" y="2046188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&amp; Evaluation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012207" y="2433737"/>
            <a:ext cx="2952478" cy="190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Build-stage uses realistic stub documents; production ingests official govt PDFs with idempotent chunking and auto-reindexing. Evaluation uses 20+ curated queries across DPDPA, IT Act sections, Companies Act, and contract clauses — includes deliberate no-answer tests to validate fallback.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12207" y="4489152"/>
            <a:ext cx="2952478" cy="1514475"/>
          </a:xfrm>
          <a:prstGeom prst="roundRect">
            <a:avLst>
              <a:gd name="adj" fmla="val 1591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838" y="4683919"/>
            <a:ext cx="200814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34283" y="4652070"/>
            <a:ext cx="2269771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Outcome: cited, confidence-gated Q&amp;A + template‑safe DOCX drafting with audit logs; deployable MVP on free‑tier infra.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2011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Corporate Employee Wellness Bot — Problem &amp; Approach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746448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Privacy‑first behavioral signal analysis to detect early wellbeing risk. The system prioritizes proportionality, consent, and explainability so HR can intervene appropriately without punitive monitoring. 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35535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90694" y="2535535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190694" y="2844304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Quarterly surveys and exit interviews are lagging; roster strain and passive signals often go unmonitored until attrition or performance loss occur.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521571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0694" y="3521571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Passive Signals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90694" y="3830340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Screen‑time trends, shift irregularity (day/night mix), and keystroke dynamics (timing only) form multi‑factor inputs — content is never captured.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07607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0694" y="4507607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190694" y="4816376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Gradient‑boosted risk model with SHAP‑style attribution shows which factors drive a flag, enabling targeted, proportionate interventions.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493643"/>
            <a:ext cx="378014" cy="37802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90694" y="5493643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190694" y="5802412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Aggregate‑first dashboards with individual opt‑in only; design aligned to DPDPA 2023 principles: purpose limitation, minimization, and proportionality.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04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Wellness Bot — Tech Stack, Datasets &amp; Pilot Outcomes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85404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Stack &amp; Components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872952"/>
            <a:ext cx="5238421" cy="2092722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Signal capture: lightweight local agent (active‑window time, app‑switch counts, keystroke timing — never content)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engineering: pandas + time‑series features (typing latency variance, session gaps, circadian irregularity)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Model: XGBoost/LightGBM risk scorer with SHAP explainability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LLM layer: Gemini 3.5 flash lite converts scores +  drivers into plain‑language HR summaries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Storage: PostgreSQL (aggregates) + time‑series store for raw windows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98149" y="1485404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Datasets &amp; Pilots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98149" y="1872952"/>
            <a:ext cx="523842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calibration uses WESAD and SWELL‑KW public datasets and keystroke fatigue studies. Pilot with volunteer, opt‑in cohort collects real telemetry under DPDPA‑aligned consent to refine thresholds and privacy safeguards.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98149" y="2977455"/>
            <a:ext cx="5238421" cy="1039019"/>
          </a:xfrm>
          <a:prstGeom prst="roundRect">
            <a:avLst>
              <a:gd name="adj" fmla="val 2319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781" y="3172222"/>
            <a:ext cx="200814" cy="160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0225" y="3140373"/>
            <a:ext cx="455571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Expected deliverables: benchmarked feature extraction pipeline, explainable aggregate HR dashboard, and consent‑driven pilot rollout aligned to DPDPA guidance.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4323655"/>
            <a:ext cx="10868745" cy="1500882"/>
          </a:xfrm>
          <a:prstGeom prst="roundRect">
            <a:avLst>
              <a:gd name="adj" fmla="val 1606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41156" y="4503341"/>
            <a:ext cx="10509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1156" y="4836220"/>
            <a:ext cx="10509384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Run pilot with opt‑in cohort and finalize thresholds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Complete legal compliance checklist and SIEM/data‑governance integration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Package audit logging &amp; review‑gate for enterprise deployment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1475" y="597812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Santhosh Rajinikanth | LTIMindtree Capstone Program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327617-8E24-BFA2-3299-6513EE3EC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197" y="6485152"/>
            <a:ext cx="1347136" cy="3024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795</Words>
  <Application>Microsoft Office PowerPoint</Application>
  <PresentationFormat>Widescreen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Gelasio</vt:lpstr>
      <vt:lpstr>Gelasio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Santhosh Rajinikanth</cp:lastModifiedBy>
  <cp:revision>3</cp:revision>
  <dcterms:created xsi:type="dcterms:W3CDTF">2026-08-28T00:37:51Z</dcterms:created>
  <dcterms:modified xsi:type="dcterms:W3CDTF">2026-08-28T04:17:14Z</dcterms:modified>
</cp:coreProperties>
</file>